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64592" cy="33832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943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2632" y="69494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和 Vue 的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数码电子商城的设计与实现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4EE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围绕完整购物闭环与营销规则联动，构建用户端、管理端与后端服务协同的数码电子商城系统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63040"/>
            <a:ext cx="146304" cy="20116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答辩信息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11112" y="1975104"/>
            <a:ext cx="155448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姓名：张捷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学号：202235020346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学院：人工智能学院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专业班级：软件工程 2022-3班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指导教师：侯爱民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87552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答辩时间：2026年4月16日 上午10:30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908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答辩地点：3B411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课题背景与研究目标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146304" cy="306324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07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现实问题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1655064"/>
            <a:ext cx="201168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数码电子商品种类多，用户在浏览、筛选和下单过程中需要更流畅的交互支持。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传统商城往往重交易轻运营，营销活动与订单流程衔接不够紧密。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后台管理与前台展示割裂时，活动配置和运营维护成本会明显上升。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43000"/>
            <a:ext cx="146304" cy="306324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307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47872" y="1655064"/>
            <a:ext cx="205740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和 Vue 实现前后端分离的数码电子商城系统。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围绕商品展示、购物结算、订单流转形成完整业务闭环。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加入优惠券、积分、拼团、秒杀等规则，提高系统运营能力。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514600" cy="3063240"/>
          </a:xfrm>
          <a:prstGeom prst="roundRect">
            <a:avLst>
              <a:gd name="adj" fmla="val 2182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143000"/>
            <a:ext cx="146304" cy="306324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07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系统建设重点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45352" y="1655064"/>
            <a:ext cx="210312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围绕数码电子商城场景，构建用户端、管理端与后端服务协同体系。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在基础交易流程之外，实现优惠券、积分、拼团与秒杀等营销能力。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通过前后台联动配置活动规则，提升系统运营支撑能力。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系统采用前后端分离架构，用户端与后台管理端通过 Flask 提供的接口访问业务服务，并统一落库到 MySQL。</a:t>
            </a:r>
            <a:endParaRPr lang="en-US" sz="1350" dirty="0"/>
          </a:p>
        </p:txBody>
      </p:sp>
      <p:pic>
        <p:nvPicPr>
          <p:cNvPr id="6" name="Image 0" descr="E:\SmartMall_BiShe\fig3_1_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13232" y="1353312"/>
            <a:ext cx="512064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426464"/>
            <a:ext cx="2240280" cy="987552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426464"/>
            <a:ext cx="146304" cy="9875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2512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82512" y="1938528"/>
            <a:ext cx="1828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移动端用户商城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后台管理端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126480" y="2542032"/>
            <a:ext cx="2240280" cy="987552"/>
          </a:xfrm>
          <a:prstGeom prst="roundRect">
            <a:avLst>
              <a:gd name="adj" fmla="val 5556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2542032"/>
            <a:ext cx="146304" cy="987552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82512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路由接口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业务逻辑与规则校验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6126480" y="365760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3657600"/>
            <a:ext cx="146304" cy="91440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82512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持久化存储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支撑商品、订单、活动等核心数据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pic>
        <p:nvPicPr>
          <p:cNvPr id="5" name="Image 0" descr="E:\SmartMall_BiShe\fig3_2_function_stru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097280"/>
            <a:ext cx="43891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133856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7800" y="1133856"/>
            <a:ext cx="146304" cy="107899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13832" y="1298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用户端核心功能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513832" y="1645920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注册登录、首页浏览、商品详情、购物车、下单结算、订单查看</a:t>
            </a:r>
            <a:endParaRPr lang="en-US" sz="1210" dirty="0"/>
          </a:p>
        </p:txBody>
      </p:sp>
      <p:sp>
        <p:nvSpPr>
          <p:cNvPr id="10" name="Shape 7"/>
          <p:cNvSpPr/>
          <p:nvPr/>
        </p:nvSpPr>
        <p:spPr>
          <a:xfrm>
            <a:off x="5257800" y="2359152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2359152"/>
            <a:ext cx="146304" cy="1078992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3832" y="25237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营销活动功能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13832" y="2871216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优惠券领取、积分抵扣、拼团建团参团、秒杀抢购与规则限制</a:t>
            </a:r>
            <a:endParaRPr lang="en-US" sz="1210" dirty="0"/>
          </a:p>
        </p:txBody>
      </p:sp>
      <p:sp>
        <p:nvSpPr>
          <p:cNvPr id="14" name="Shape 11"/>
          <p:cNvSpPr/>
          <p:nvPr/>
        </p:nvSpPr>
        <p:spPr>
          <a:xfrm>
            <a:off x="5257800" y="3584448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3584448"/>
            <a:ext cx="146304" cy="107899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13832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后台管理功能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513832" y="4096512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商品管理、订单发货、会员维护、活动配置、统计看板</a:t>
            </a:r>
            <a:endParaRPr lang="en-US" sz="1210" dirty="0"/>
          </a:p>
        </p:txBody>
      </p:sp>
      <p:sp>
        <p:nvSpPr>
          <p:cNvPr id="18" name="Shape 1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本系统在传统商城交易链路基础上，进一步实现了营销规则联动和前后台协同配置。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8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主打亮点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F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14016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95344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B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05072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协同配置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468880"/>
            <a:ext cx="146304" cy="182880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926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支持优惠券和积分抵扣，结算时直接体现优惠结果。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适合展示基础购物流程与活动叠加能力。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31927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2468880"/>
            <a:ext cx="146304" cy="182880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拼团商品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7530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支持建团、参团、拼团码与成团状态流转。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体现多人协同购买场景下的订单组织方式。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2531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25312" y="2468880"/>
            <a:ext cx="146304" cy="182880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秒杀商品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18134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支持活动时间、库存、限购校验，并禁止优惠券和积分叠加。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体现规则差异化控制与风险拦截。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亮点实现：营销规则联动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987552"/>
            <a:ext cx="2011680" cy="987552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87552"/>
            <a:ext cx="146304" cy="9875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52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实现思路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499616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前端负责活动信息展示与交互入口。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后端负责资格、时间、库存和叠加规则校验。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数据库负责活动状态、订单状态和成员关系记录。</a:t>
            </a:r>
            <a:endParaRPr lang="en-US" sz="1150" dirty="0"/>
          </a:p>
        </p:txBody>
      </p:sp>
      <p:pic>
        <p:nvPicPr>
          <p:cNvPr id="9" name="Image 0" descr="E:\SmartMall_BiShe\fig4_12_group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880360" y="1051560"/>
            <a:ext cx="2743200" cy="1874520"/>
          </a:xfrm>
          <a:prstGeom prst="rect">
            <a:avLst/>
          </a:prstGeom>
        </p:spPr>
      </p:pic>
      <p:pic>
        <p:nvPicPr>
          <p:cNvPr id="10" name="Image 1" descr="E:\SmartMall_BiShe\fig4_14_seckill_flow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5788152" y="1051560"/>
            <a:ext cx="2743200" cy="1874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3154680"/>
            <a:ext cx="146304" cy="13258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普通商品结算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14400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允许使用优惠券和积分，价格联动计算较直观。</a:t>
            </a:r>
            <a:endParaRPr lang="en-US" sz="1170" dirty="0"/>
          </a:p>
        </p:txBody>
      </p:sp>
      <p:sp>
        <p:nvSpPr>
          <p:cNvPr id="15" name="Shape 11"/>
          <p:cNvSpPr/>
          <p:nvPr/>
        </p:nvSpPr>
        <p:spPr>
          <a:xfrm>
            <a:off x="3246120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46120" y="3154680"/>
            <a:ext cx="146304" cy="132588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02152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拼团规则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02152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围绕团长、团员、成团状态进行流程控制和数据记录。</a:t>
            </a:r>
            <a:endParaRPr lang="en-US" sz="1170" dirty="0"/>
          </a:p>
        </p:txBody>
      </p:sp>
      <p:sp>
        <p:nvSpPr>
          <p:cNvPr id="19" name="Shape 15"/>
          <p:cNvSpPr/>
          <p:nvPr/>
        </p:nvSpPr>
        <p:spPr>
          <a:xfrm>
            <a:off x="5833872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33872" y="3154680"/>
            <a:ext cx="146304" cy="13258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9904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秒杀规则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089904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重点校验时间、库存、限购，并限制优惠叠加，避免异常下单。</a:t>
            </a:r>
            <a:endParaRPr lang="en-US" sz="1170" dirty="0"/>
          </a:p>
        </p:txBody>
      </p:sp>
      <p:sp>
        <p:nvSpPr>
          <p:cNvPr id="23" name="Shape 19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系统围绕“浏览商品 → 下单结算 → 订单生成 → 后台发货 → 用户确认收货”形成完整业务闭环。</a:t>
            </a:r>
            <a:endParaRPr lang="en-US" sz="1380" dirty="0"/>
          </a:p>
        </p:txBody>
      </p:sp>
      <p:pic>
        <p:nvPicPr>
          <p:cNvPr id="6" name="Image 0" descr="E:\SmartMall_BiShe\fig4_8_checkout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13232" y="1353312"/>
            <a:ext cx="2212848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27248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27248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36976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73552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首页或商品详情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建议选择有数据、有按钮的页面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83480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93208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9784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购物车或结算页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建议体现优惠券/积分入口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39712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39712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86016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建议体现状态流转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" y="3246120"/>
            <a:ext cx="777240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3246120"/>
            <a:ext cx="146304" cy="1143000"/>
          </a:xfrm>
          <a:prstGeom prst="rect">
            <a:avLst/>
          </a:prstGeom>
          <a:solidFill>
            <a:srgbClr val="E77C64"/>
          </a:solidFill>
          <a:ln w="12700">
            <a:solidFill>
              <a:srgbClr val="E77C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3410712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闭环价值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69264" y="3758184"/>
            <a:ext cx="73609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用户端完成从商品浏览、下单结算到订单查看的完整交易流程。</a:t>
            </a:r>
            <a:endParaRPr lang="en-US" sz="1210" dirty="0"/>
          </a:p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后台支持订单处理与状态维护，形成面向运营管理的前后台协同闭环。</a:t>
            </a:r>
            <a:endParaRPr lang="en-US" sz="1210" dirty="0"/>
          </a:p>
        </p:txBody>
      </p:sp>
      <p:sp>
        <p:nvSpPr>
          <p:cNvPr id="23" name="Shape 20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后台管理与前后台联动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2377440" cy="3154680"/>
          </a:xfrm>
          <a:prstGeom prst="roundRect">
            <a:avLst>
              <a:gd name="adj" fmla="val 2308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078992"/>
            <a:ext cx="146304" cy="31546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435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后台核心作用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591056"/>
            <a:ext cx="196596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商品管理：维护商品信息、分类与库存。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订单管理：查看订单状态并执行发货等操作。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会员管理：维护用户信息、积分与优惠券记录。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活动配置：维护拼团、秒杀、优惠券等运营规则。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数据看板：辅助查看商城运营情况。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70432"/>
            <a:ext cx="224028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25296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后台截图A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38144" y="1673352"/>
            <a:ext cx="1947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推荐放数据看板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或商品管理页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1170432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170432"/>
            <a:ext cx="224028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225296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后台截图B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44184" y="1673352"/>
            <a:ext cx="1947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推荐放活动配置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或订单管理页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4846320" cy="941832"/>
          </a:xfrm>
          <a:prstGeom prst="roundRect">
            <a:avLst>
              <a:gd name="adj" fmla="val 5825"/>
            </a:avLst>
          </a:prstGeom>
          <a:solidFill>
            <a:srgbClr val="FFF9EE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291840"/>
            <a:ext cx="146304" cy="94183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34564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联动说明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47872" y="3803904"/>
            <a:ext cx="4434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活动规则不是写死在前端页面中，而是由后台统一配置，前台根据接口返回结果动态展示。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EEF6FD"/>
          </a:solidFill>
          <a:ln w="12700">
            <a:solidFill>
              <a:srgbClr val="EEF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F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验证维度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8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0720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交易流程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FFF5E7"/>
          </a:solidFill>
          <a:ln w="12700">
            <a:solidFill>
              <a:srgbClr val="FFF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B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316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活动校验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FDEFEA"/>
          </a:solidFill>
          <a:ln w="12700">
            <a:solidFill>
              <a:srgbClr val="FD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7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3912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异常拦截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468880"/>
            <a:ext cx="146304" cy="15544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633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2980944"/>
            <a:ext cx="33375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核心交易流程可稳定运行，用户可完成浏览、加购、结算、下单与订单查看。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营销规则能够正确校验，不同活动场景具有差异化限制。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后台管理可支撑商品、订单与活动维护。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FF9EE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468880"/>
            <a:ext cx="146304" cy="15544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65192" y="2980944"/>
            <a:ext cx="32461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库存不足、活动过期、资格不满足等异常场景能给出合理拦截与提示。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这说明系统不仅能演示功能，也考虑了基本边界校验。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31520" y="4224528"/>
            <a:ext cx="7635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224528"/>
            <a:ext cx="146304" cy="50292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测试说明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7552" y="4718304"/>
            <a:ext cx="722376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测试内容主要覆盖核心业务流程、营销规则校验以及异常场景处理，能够较好验证系统的可用性与稳定性。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13232"/>
            <a:ext cx="7863840" cy="7315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60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" y="16916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91640"/>
            <a:ext cx="146304" cy="169164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56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2203704"/>
            <a:ext cx="315468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系统已完成数码电子商城的主要业务功能，实现了用户端、管理端和后端服务的协同。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在基础购物流程之外，系统进一步支持优惠券、积分、拼团和秒杀等运营能力。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91640"/>
            <a:ext cx="146304" cy="169164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562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19472" y="2203704"/>
            <a:ext cx="3246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后续可进一步接入真实支付与物流服务，提高系统完整性。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可结合推荐算法、并发优化等方向继续提升系统性能与体验。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49808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FC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SmartMall_BiShe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Python 和 Vue 的数码电子商城的设计与实现</dc:title>
  <dc:subject>毕业答辩PPT</dc:subject>
  <dc:creator>OpenAI Codex</dc:creator>
  <cp:lastModifiedBy>OpenAI Codex</cp:lastModifiedBy>
  <cp:revision>1</cp:revision>
  <dcterms:created xsi:type="dcterms:W3CDTF">2026-04-12T07:48:54Z</dcterms:created>
  <dcterms:modified xsi:type="dcterms:W3CDTF">2026-04-12T07:48:54Z</dcterms:modified>
</cp:coreProperties>
</file>